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AEC75D-A47A-477E-8ADC-A3F3BD614714}" v="25" dt="2025-08-30T17:33:48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25" d="100"/>
          <a:sy n="125" d="100"/>
        </p:scale>
        <p:origin x="1592" y="6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B9186-ECCE-4119-8F1D-D009054A8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84140AA-97A1-7B19-05F2-8B15917A9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3601AD-17C6-970C-FCD8-20586EAF0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E8DE5B-7C87-63A7-7993-148CE5A77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721288-A6FD-63E7-86BE-B8AFAC5CD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4080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3934-625C-A570-4504-C3FBAF0A3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65C7F8-E79D-BC9B-DE0C-2B3A1415D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207835-E197-372E-CD40-620BC349E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F4F093-DBB5-7612-E39E-19702EF27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9C1984-BDC6-362B-5B49-4E0F65043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90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C7CB90-BE6B-A362-85C0-B41A0FABC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D29E46-A312-B0DE-03F2-1C5243E6C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4800E8-B21B-C998-ABD2-B1CD4D6D3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BCA55D-BA42-7C8C-9AF4-0BE3F07B5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999C37-3C54-A522-A24D-70F2C0364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5178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E439B7-0E78-5BA1-B740-19A22887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BE43BA-90DB-CA28-6081-3D4D7B891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960E486-AEB3-480D-0053-4A99BE66B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10A80A-9818-22FB-2F77-D4A2A7AAF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059309-B13D-64FF-0DB3-D3469193A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E66271-AE9F-9D68-0B2D-AF8DF144D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5363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9CC544-3DD6-7B5E-ECC2-E03EFDF54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1EEA910-AD2D-75B8-5D71-AE0647365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8F9FFF2-3A7F-8A4B-2063-42A999E9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624AF8E-6583-3468-57CF-5935E8DBF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E5271EA-C811-C888-4058-D8A600AFD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A10F547-95E4-14F2-62B1-3737E6C60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3E801AD-6638-546A-3B90-6FB1359EE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7F3DF62-80F2-1CC5-4EF2-B4E23E39E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785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338F6E-41AA-972C-9C06-C1C2F4F9F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20B2D64-5CAC-D323-382D-C47E27607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F025DD5-5B3D-793E-09F1-0AF8B3B4F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5E1245-2156-B83A-F73E-8C9B9074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1829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41ED0A0-C2A6-DA18-415E-C7F4DCDD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F581B60-6383-86E9-CD3A-8CFFF9EC6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545A1AA-A68B-FBB6-9D5C-7491E36F1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5906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E013D5-B598-C957-43A8-1F87A3F4D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DB4591-353C-0EFE-E6E8-7347CEB0D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0B3210-1242-F872-38CD-AF5A4D5C3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7566EE-257D-8F7C-3C27-2EF747C5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6A3A9B-981E-AB9F-C337-9EDC2FA13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BB0A5C-87AB-9F71-ECA1-ED4EA528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3529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19E2BA-8E47-498A-3C20-8398277B1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E651C04-70F9-8938-261C-F7EB34C4BB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B3FF8B-4B5C-8B65-EDCD-B936A2A5C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E8E9BE-3710-FC7C-F1E1-836796C66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ABC4F6-1DCF-2CAE-A756-E67D9F176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6F51B9-EE46-CFB8-3029-B5300BE5F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8425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EEDBAE-1C15-1996-4F0C-6531E1EF2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2583C42-92AD-DD2B-9BC9-FF5DBBA23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834A0F-8900-CBD9-EA1F-C19C8B6AB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DC4A39-A900-B212-316D-BB4D00C00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F89ABB-CBEA-C8CA-4278-871F19E07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3440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2DF1496-B4D4-BD03-DDDD-F23B177A78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A933A8-3C2F-95C8-8AD1-2E536061D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B90B57-86C5-71C6-AD55-2529DFD52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EAD1BA-B635-1D01-5463-4369D85EB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5706C5-54C8-6855-2C2D-A0E48E8C5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046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081362D-52F4-AA3F-DA91-B479F9E9F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CEEA56-48CE-51D2-5319-4D4357A6A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E1A46F-4099-A14C-357E-2FA43E0A3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56E493-C3AB-D347-C255-8317AC526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F749BF-3C8F-63BA-DDFE-A85F42207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2632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4A8C1C55-42E2-6C08-B026-237947F31864}"/>
              </a:ext>
            </a:extLst>
          </p:cNvPr>
          <p:cNvSpPr/>
          <p:nvPr/>
        </p:nvSpPr>
        <p:spPr>
          <a:xfrm>
            <a:off x="76200" y="838200"/>
            <a:ext cx="12039600" cy="533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684739F9-7EA2-ED9F-AEF0-3EBE91A52F69}"/>
              </a:ext>
            </a:extLst>
          </p:cNvPr>
          <p:cNvGrpSpPr/>
          <p:nvPr/>
        </p:nvGrpSpPr>
        <p:grpSpPr>
          <a:xfrm>
            <a:off x="173214" y="998301"/>
            <a:ext cx="11784784" cy="5040549"/>
            <a:chOff x="173214" y="998301"/>
            <a:chExt cx="11784784" cy="5040549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E9272C4D-7FAB-E194-2E6B-F6C130A5999F}"/>
                </a:ext>
              </a:extLst>
            </p:cNvPr>
            <p:cNvSpPr/>
            <p:nvPr/>
          </p:nvSpPr>
          <p:spPr>
            <a:xfrm>
              <a:off x="3042603" y="1769166"/>
              <a:ext cx="6904033" cy="373467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026" name="Picture 2" descr="ESPr® Developer 32 — スイッチサイエンス">
              <a:extLst>
                <a:ext uri="{FF2B5EF4-FFF2-40B4-BE49-F238E27FC236}">
                  <a16:creationId xmlns:a16="http://schemas.microsoft.com/office/drawing/2014/main" id="{0964F476-2146-9536-39D6-7A802D8DB2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90" t="5597" r="50575" b="4753"/>
            <a:stretch>
              <a:fillRect/>
            </a:stretch>
          </p:blipFill>
          <p:spPr bwMode="auto">
            <a:xfrm>
              <a:off x="738422" y="1692161"/>
              <a:ext cx="1388223" cy="3283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Getting Started with Seeed Studio XIAO ESP32C3 | Seeed Studio Wiki">
              <a:extLst>
                <a:ext uri="{FF2B5EF4-FFF2-40B4-BE49-F238E27FC236}">
                  <a16:creationId xmlns:a16="http://schemas.microsoft.com/office/drawing/2014/main" id="{DB67E4A0-E528-26AC-3F08-5FF8E0CF83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7500" b="65139" l="36719" r="61563">
                          <a14:foregroundMark x1="37344" y1="15556" x2="36719" y2="22778"/>
                          <a14:foregroundMark x1="37422" y1="15556" x2="52500" y2="15417"/>
                          <a14:foregroundMark x1="44766" y1="9167" x2="49219" y2="9028"/>
                          <a14:foregroundMark x1="54766" y1="8333" x2="54766" y2="8333"/>
                          <a14:foregroundMark x1="43906" y1="8333" x2="43906" y2="8333"/>
                          <a14:foregroundMark x1="60859" y1="14306" x2="60859" y2="14306"/>
                          <a14:foregroundMark x1="57344" y1="14444" x2="55234" y2="23889"/>
                          <a14:foregroundMark x1="60000" y1="15833" x2="59375" y2="40972"/>
                          <a14:foregroundMark x1="61563" y1="17917" x2="60703" y2="62778"/>
                          <a14:foregroundMark x1="60156" y1="65139" x2="51016" y2="64861"/>
                          <a14:foregroundMark x1="54844" y1="62083" x2="42656" y2="62222"/>
                          <a14:foregroundMark x1="42656" y1="62222" x2="42656" y2="62222"/>
                          <a14:foregroundMark x1="41797" y1="65000" x2="51875" y2="62500"/>
                          <a14:foregroundMark x1="49844" y1="65000" x2="45781" y2="59167"/>
                          <a14:foregroundMark x1="47891" y1="59167" x2="46328" y2="31528"/>
                          <a14:foregroundMark x1="40000" y1="30278" x2="56563" y2="53056"/>
                          <a14:foregroundMark x1="56563" y1="53056" x2="58281" y2="58194"/>
                          <a14:foregroundMark x1="57344" y1="29861" x2="39688" y2="55556"/>
                          <a14:foregroundMark x1="39688" y1="55556" x2="39219" y2="56944"/>
                          <a14:foregroundMark x1="39141" y1="41389" x2="56016" y2="41806"/>
                          <a14:foregroundMark x1="56016" y1="41806" x2="57344" y2="41667"/>
                          <a14:foregroundMark x1="57813" y1="59028" x2="57969" y2="31389"/>
                          <a14:foregroundMark x1="57969" y1="31389" x2="42500" y2="30000"/>
                          <a14:foregroundMark x1="41094" y1="29444" x2="41953" y2="53194"/>
                          <a14:foregroundMark x1="41953" y1="53194" x2="54063" y2="55833"/>
                          <a14:foregroundMark x1="50156" y1="41250" x2="48984" y2="26944"/>
                          <a14:foregroundMark x1="39922" y1="53056" x2="42344" y2="38611"/>
                          <a14:foregroundMark x1="43047" y1="35972" x2="45938" y2="28194"/>
                          <a14:foregroundMark x1="47109" y1="26111" x2="47969" y2="16944"/>
                          <a14:foregroundMark x1="45391" y1="8333" x2="51797" y2="21389"/>
                          <a14:foregroundMark x1="53125" y1="10000" x2="54141" y2="26528"/>
                          <a14:foregroundMark x1="53828" y1="8611" x2="45703" y2="8889"/>
                          <a14:foregroundMark x1="43984" y1="8889" x2="49766" y2="9028"/>
                          <a14:foregroundMark x1="49375" y1="7500" x2="52188" y2="7639"/>
                          <a14:foregroundMark x1="43516" y1="8472" x2="43594" y2="12083"/>
                          <a14:foregroundMark x1="55937" y1="31944" x2="55781" y2="43750"/>
                          <a14:foregroundMark x1="42031" y1="30417" x2="45078" y2="37361"/>
                          <a14:foregroundMark x1="49922" y1="51111" x2="42813" y2="28750"/>
                          <a14:foregroundMark x1="37188" y1="26528" x2="37188" y2="26528"/>
                          <a14:foregroundMark x1="36875" y1="25417" x2="36875" y2="29028"/>
                          <a14:foregroundMark x1="37109" y1="31528" x2="37188" y2="34583"/>
                          <a14:foregroundMark x1="36797" y1="39028" x2="36797" y2="41667"/>
                          <a14:foregroundMark x1="36875" y1="45556" x2="36953" y2="48889"/>
                          <a14:foregroundMark x1="36875" y1="52222" x2="36953" y2="54861"/>
                          <a14:foregroundMark x1="36953" y1="58889" x2="36953" y2="61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28" t="6627" r="37399" b="31980"/>
            <a:stretch>
              <a:fillRect/>
            </a:stretch>
          </p:blipFill>
          <p:spPr bwMode="auto">
            <a:xfrm>
              <a:off x="3536114" y="2604053"/>
              <a:ext cx="1280890" cy="1627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7737883D-B3B0-C3DB-781A-7484DB0470C2}"/>
                </a:ext>
              </a:extLst>
            </p:cNvPr>
            <p:cNvSpPr txBox="1"/>
            <p:nvPr/>
          </p:nvSpPr>
          <p:spPr>
            <a:xfrm>
              <a:off x="173214" y="5314968"/>
              <a:ext cx="251863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b="1" dirty="0" err="1"/>
                <a:t>ESPr</a:t>
              </a:r>
              <a:r>
                <a:rPr kumimoji="1" lang="en-US" altLang="ja-JP" b="1" dirty="0"/>
                <a:t> Developer 32</a:t>
              </a:r>
            </a:p>
            <a:p>
              <a:pPr algn="ctr"/>
              <a:r>
                <a:rPr lang="ja-JP" altLang="en-US" b="1" dirty="0"/>
                <a:t>（</a:t>
              </a:r>
              <a:r>
                <a:rPr lang="en-US" altLang="ja-JP" b="1" dirty="0"/>
                <a:t>ESP-WROOM-32</a:t>
              </a:r>
              <a:r>
                <a:rPr lang="ja-JP" altLang="en-US" b="1" dirty="0"/>
                <a:t>）</a:t>
              </a:r>
              <a:endParaRPr kumimoji="1" lang="ja-JP" altLang="en-US" b="1" dirty="0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82ACB9E7-35D8-8B93-E65E-EAB85ACD3E4A}"/>
                </a:ext>
              </a:extLst>
            </p:cNvPr>
            <p:cNvSpPr txBox="1"/>
            <p:nvPr/>
          </p:nvSpPr>
          <p:spPr>
            <a:xfrm>
              <a:off x="3270578" y="4893756"/>
              <a:ext cx="1837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b="1" dirty="0"/>
                <a:t>Xiao ESP32 C3</a:t>
              </a:r>
              <a:endParaRPr kumimoji="1" lang="ja-JP" altLang="en-US" b="1" dirty="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F7BF9EB4-E4D8-7133-06BB-0807E8A82BD6}"/>
                </a:ext>
              </a:extLst>
            </p:cNvPr>
            <p:cNvSpPr txBox="1"/>
            <p:nvPr/>
          </p:nvSpPr>
          <p:spPr>
            <a:xfrm>
              <a:off x="7937552" y="4893756"/>
              <a:ext cx="1837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b="1" dirty="0"/>
                <a:t>Xiao ESP32 C3</a:t>
              </a:r>
              <a:endParaRPr kumimoji="1" lang="ja-JP" altLang="en-US" b="1" dirty="0"/>
            </a:p>
          </p:txBody>
        </p:sp>
        <p:pic>
          <p:nvPicPr>
            <p:cNvPr id="9" name="Picture 4" descr="Getting Started with Seeed Studio XIAO ESP32C3 | Seeed Studio Wiki">
              <a:extLst>
                <a:ext uri="{FF2B5EF4-FFF2-40B4-BE49-F238E27FC236}">
                  <a16:creationId xmlns:a16="http://schemas.microsoft.com/office/drawing/2014/main" id="{768DF59B-B473-A442-013C-2F1C9A1FF67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7500" b="65139" l="36719" r="61563">
                          <a14:foregroundMark x1="37344" y1="15556" x2="36719" y2="22778"/>
                          <a14:foregroundMark x1="37422" y1="15556" x2="52500" y2="15417"/>
                          <a14:foregroundMark x1="44766" y1="9167" x2="49219" y2="9028"/>
                          <a14:foregroundMark x1="54766" y1="8333" x2="54766" y2="8333"/>
                          <a14:foregroundMark x1="43906" y1="8333" x2="43906" y2="8333"/>
                          <a14:foregroundMark x1="60859" y1="14306" x2="60859" y2="14306"/>
                          <a14:foregroundMark x1="57344" y1="14444" x2="55234" y2="23889"/>
                          <a14:foregroundMark x1="60000" y1="15833" x2="59375" y2="40972"/>
                          <a14:foregroundMark x1="61563" y1="17917" x2="60703" y2="62778"/>
                          <a14:foregroundMark x1="60156" y1="65139" x2="51016" y2="64861"/>
                          <a14:foregroundMark x1="54844" y1="62083" x2="42656" y2="62222"/>
                          <a14:foregroundMark x1="42656" y1="62222" x2="42656" y2="62222"/>
                          <a14:foregroundMark x1="41797" y1="65000" x2="51875" y2="62500"/>
                          <a14:foregroundMark x1="49844" y1="65000" x2="45781" y2="59167"/>
                          <a14:foregroundMark x1="47891" y1="59167" x2="46328" y2="31528"/>
                          <a14:foregroundMark x1="40000" y1="30278" x2="56563" y2="53056"/>
                          <a14:foregroundMark x1="56563" y1="53056" x2="58281" y2="58194"/>
                          <a14:foregroundMark x1="57344" y1="29861" x2="39688" y2="55556"/>
                          <a14:foregroundMark x1="39688" y1="55556" x2="39219" y2="56944"/>
                          <a14:foregroundMark x1="39141" y1="41389" x2="56016" y2="41806"/>
                          <a14:foregroundMark x1="56016" y1="41806" x2="57344" y2="41667"/>
                          <a14:foregroundMark x1="57813" y1="59028" x2="57969" y2="31389"/>
                          <a14:foregroundMark x1="57969" y1="31389" x2="42500" y2="30000"/>
                          <a14:foregroundMark x1="41094" y1="29444" x2="41953" y2="53194"/>
                          <a14:foregroundMark x1="41953" y1="53194" x2="54063" y2="55833"/>
                          <a14:foregroundMark x1="50156" y1="41250" x2="48984" y2="26944"/>
                          <a14:foregroundMark x1="39922" y1="53056" x2="42344" y2="38611"/>
                          <a14:foregroundMark x1="43047" y1="35972" x2="45938" y2="28194"/>
                          <a14:foregroundMark x1="47109" y1="26111" x2="47969" y2="16944"/>
                          <a14:foregroundMark x1="45391" y1="8333" x2="51797" y2="21389"/>
                          <a14:foregroundMark x1="53125" y1="10000" x2="54141" y2="26528"/>
                          <a14:foregroundMark x1="53828" y1="8611" x2="45703" y2="8889"/>
                          <a14:foregroundMark x1="43984" y1="8889" x2="49766" y2="9028"/>
                          <a14:foregroundMark x1="49375" y1="7500" x2="52188" y2="7639"/>
                          <a14:foregroundMark x1="43516" y1="8472" x2="43594" y2="12083"/>
                          <a14:foregroundMark x1="55937" y1="31944" x2="55781" y2="43750"/>
                          <a14:foregroundMark x1="42031" y1="30417" x2="45078" y2="37361"/>
                          <a14:foregroundMark x1="49922" y1="51111" x2="42813" y2="28750"/>
                          <a14:foregroundMark x1="37188" y1="26528" x2="37188" y2="26528"/>
                          <a14:foregroundMark x1="36875" y1="25417" x2="36875" y2="29028"/>
                          <a14:foregroundMark x1="37109" y1="31528" x2="37188" y2="34583"/>
                          <a14:foregroundMark x1="36797" y1="39028" x2="36797" y2="41667"/>
                          <a14:foregroundMark x1="36875" y1="45556" x2="36953" y2="48889"/>
                          <a14:foregroundMark x1="36875" y1="52222" x2="36953" y2="54861"/>
                          <a14:foregroundMark x1="36953" y1="58889" x2="36953" y2="61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28" t="6627" r="37399" b="31980"/>
            <a:stretch>
              <a:fillRect/>
            </a:stretch>
          </p:blipFill>
          <p:spPr bwMode="auto">
            <a:xfrm>
              <a:off x="8203088" y="2520094"/>
              <a:ext cx="1280890" cy="1627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A434F485-DF98-2603-76C2-0B87216C9B4C}"/>
                </a:ext>
              </a:extLst>
            </p:cNvPr>
            <p:cNvSpPr txBox="1"/>
            <p:nvPr/>
          </p:nvSpPr>
          <p:spPr>
            <a:xfrm>
              <a:off x="5652900" y="3010545"/>
              <a:ext cx="193995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800" b="1" dirty="0">
                  <a:solidFill>
                    <a:schemeClr val="accent2"/>
                  </a:solidFill>
                </a:rPr>
                <a:t>ESP-NOW</a:t>
              </a:r>
              <a:endParaRPr kumimoji="1" lang="ja-JP" altLang="en-US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A2D3EEB0-CA85-D344-8323-1753402412EE}"/>
                </a:ext>
              </a:extLst>
            </p:cNvPr>
            <p:cNvSpPr/>
            <p:nvPr/>
          </p:nvSpPr>
          <p:spPr>
            <a:xfrm>
              <a:off x="211814" y="998301"/>
              <a:ext cx="5334000" cy="5040549"/>
            </a:xfrm>
            <a:prstGeom prst="rect">
              <a:avLst/>
            </a:prstGeom>
            <a:noFill/>
            <a:ln w="762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8FAD6ED7-A45C-A7F4-1DEF-66825D3EE12B}"/>
                </a:ext>
              </a:extLst>
            </p:cNvPr>
            <p:cNvSpPr/>
            <p:nvPr/>
          </p:nvSpPr>
          <p:spPr>
            <a:xfrm>
              <a:off x="7701502" y="1041399"/>
              <a:ext cx="4256496" cy="4997451"/>
            </a:xfrm>
            <a:prstGeom prst="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1BF10497-E376-E3DE-3C6D-72440E8E2A06}"/>
                </a:ext>
              </a:extLst>
            </p:cNvPr>
            <p:cNvSpPr txBox="1"/>
            <p:nvPr/>
          </p:nvSpPr>
          <p:spPr>
            <a:xfrm>
              <a:off x="3708321" y="4185861"/>
              <a:ext cx="9364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b="1" dirty="0"/>
                <a:t>Parent</a:t>
              </a:r>
              <a:endParaRPr kumimoji="1" lang="ja-JP" altLang="en-US" b="1" dirty="0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F4811351-F820-2731-9B2C-3366560E51E2}"/>
                </a:ext>
              </a:extLst>
            </p:cNvPr>
            <p:cNvSpPr txBox="1"/>
            <p:nvPr/>
          </p:nvSpPr>
          <p:spPr>
            <a:xfrm>
              <a:off x="8276711" y="4147958"/>
              <a:ext cx="1133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b="1" dirty="0"/>
                <a:t>Children</a:t>
              </a:r>
              <a:endParaRPr kumimoji="1" lang="ja-JP" altLang="en-US" b="1" dirty="0"/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A1AE8706-A956-8194-6819-46DF04D1594E}"/>
                </a:ext>
              </a:extLst>
            </p:cNvPr>
            <p:cNvCxnSpPr/>
            <p:nvPr/>
          </p:nvCxnSpPr>
          <p:spPr>
            <a:xfrm>
              <a:off x="5108491" y="3549374"/>
              <a:ext cx="2946400" cy="0"/>
            </a:xfrm>
            <a:prstGeom prst="straightConnector1">
              <a:avLst/>
            </a:prstGeom>
            <a:ln w="76200">
              <a:solidFill>
                <a:schemeClr val="accent2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6C270F40-43E1-42D2-FD1E-DB87725F3B83}"/>
                </a:ext>
              </a:extLst>
            </p:cNvPr>
            <p:cNvCxnSpPr>
              <a:cxnSpLocks/>
            </p:cNvCxnSpPr>
            <p:nvPr/>
          </p:nvCxnSpPr>
          <p:spPr>
            <a:xfrm>
              <a:off x="2028190" y="2149475"/>
              <a:ext cx="3052763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52F07429-8D72-B1C3-D1E2-3D998EA1038D}"/>
                </a:ext>
              </a:extLst>
            </p:cNvPr>
            <p:cNvCxnSpPr>
              <a:cxnSpLocks/>
            </p:cNvCxnSpPr>
            <p:nvPr/>
          </p:nvCxnSpPr>
          <p:spPr>
            <a:xfrm>
              <a:off x="4682967" y="3116263"/>
              <a:ext cx="39798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3ED9981C-937A-859B-A9FF-74CC0640C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3965" y="2120900"/>
              <a:ext cx="3175" cy="100647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1AD7CB3D-A62E-129D-A2D7-76FD0A6427F8}"/>
                </a:ext>
              </a:extLst>
            </p:cNvPr>
            <p:cNvCxnSpPr>
              <a:cxnSpLocks/>
            </p:cNvCxnSpPr>
            <p:nvPr/>
          </p:nvCxnSpPr>
          <p:spPr>
            <a:xfrm>
              <a:off x="2009648" y="3280093"/>
              <a:ext cx="397985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88460901-9552-9DE5-E24D-0C3D1C99D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2967" y="2936875"/>
              <a:ext cx="221773" cy="349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B7B7A767-8889-4F79-1A74-CF96B6A55D4A}"/>
                </a:ext>
              </a:extLst>
            </p:cNvPr>
            <p:cNvCxnSpPr>
              <a:cxnSpLocks/>
            </p:cNvCxnSpPr>
            <p:nvPr/>
          </p:nvCxnSpPr>
          <p:spPr>
            <a:xfrm>
              <a:off x="2383790" y="2381250"/>
              <a:ext cx="2498169" cy="3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D1F215D6-F7EB-859C-A766-84FBD66A2A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99163" y="2352675"/>
              <a:ext cx="502" cy="95639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3CA04B3E-2FC1-E263-580A-3B6063087797}"/>
                </a:ext>
              </a:extLst>
            </p:cNvPr>
            <p:cNvCxnSpPr>
              <a:cxnSpLocks/>
            </p:cNvCxnSpPr>
            <p:nvPr/>
          </p:nvCxnSpPr>
          <p:spPr>
            <a:xfrm>
              <a:off x="4876165" y="2352675"/>
              <a:ext cx="0" cy="60642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096AB010-32A9-5424-1BF5-612EADA4EADA}"/>
                </a:ext>
              </a:extLst>
            </p:cNvPr>
            <p:cNvCxnSpPr>
              <a:cxnSpLocks/>
            </p:cNvCxnSpPr>
            <p:nvPr/>
          </p:nvCxnSpPr>
          <p:spPr>
            <a:xfrm>
              <a:off x="2761615" y="4587875"/>
              <a:ext cx="2143125" cy="3175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722BFB62-44EF-F4BD-9F13-9ED94CD4B5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6617" y="4025900"/>
              <a:ext cx="231298" cy="318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709FF25A-CBF7-D75D-C519-C2B43FA81AF8}"/>
                </a:ext>
              </a:extLst>
            </p:cNvPr>
            <p:cNvCxnSpPr>
              <a:cxnSpLocks/>
            </p:cNvCxnSpPr>
            <p:nvPr/>
          </p:nvCxnSpPr>
          <p:spPr>
            <a:xfrm>
              <a:off x="4879340" y="4013200"/>
              <a:ext cx="0" cy="606425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BD3FA4AA-074D-4F32-1DDE-44707C6278F0}"/>
                </a:ext>
              </a:extLst>
            </p:cNvPr>
            <p:cNvCxnSpPr>
              <a:cxnSpLocks/>
            </p:cNvCxnSpPr>
            <p:nvPr/>
          </p:nvCxnSpPr>
          <p:spPr>
            <a:xfrm>
              <a:off x="2028190" y="2273300"/>
              <a:ext cx="784225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4D331A74-19AB-9CDA-4E56-1BE4CA009BCB}"/>
                </a:ext>
              </a:extLst>
            </p:cNvPr>
            <p:cNvCxnSpPr>
              <a:cxnSpLocks/>
            </p:cNvCxnSpPr>
            <p:nvPr/>
          </p:nvCxnSpPr>
          <p:spPr>
            <a:xfrm>
              <a:off x="2790190" y="2244725"/>
              <a:ext cx="0" cy="2365375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EE297CD5-387A-3424-857D-41FA57D154E9}"/>
                </a:ext>
              </a:extLst>
            </p:cNvPr>
            <p:cNvSpPr txBox="1"/>
            <p:nvPr/>
          </p:nvSpPr>
          <p:spPr>
            <a:xfrm>
              <a:off x="2181882" y="1114754"/>
              <a:ext cx="14269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800" b="1" dirty="0">
                  <a:solidFill>
                    <a:schemeClr val="accent6"/>
                  </a:solidFill>
                </a:rPr>
                <a:t>Sender</a:t>
              </a:r>
              <a:endParaRPr kumimoji="1" lang="ja-JP" altLang="en-US" sz="2800" b="1" dirty="0">
                <a:solidFill>
                  <a:schemeClr val="accent6"/>
                </a:solidFill>
              </a:endParaRP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C49E9785-318B-E2C9-3CB5-F1A5EFA13FEC}"/>
                </a:ext>
              </a:extLst>
            </p:cNvPr>
            <p:cNvSpPr txBox="1"/>
            <p:nvPr/>
          </p:nvSpPr>
          <p:spPr>
            <a:xfrm>
              <a:off x="7991376" y="1114754"/>
              <a:ext cx="17043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800" b="1" dirty="0">
                  <a:solidFill>
                    <a:schemeClr val="accent4"/>
                  </a:solidFill>
                </a:rPr>
                <a:t>Receiver</a:t>
              </a:r>
              <a:endParaRPr kumimoji="1" lang="ja-JP" altLang="en-US" sz="2800" b="1" dirty="0">
                <a:solidFill>
                  <a:schemeClr val="accent4"/>
                </a:solidFill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0CD1169D-AEDF-2B58-0A30-3CF2769E775C}"/>
                </a:ext>
              </a:extLst>
            </p:cNvPr>
            <p:cNvSpPr txBox="1"/>
            <p:nvPr/>
          </p:nvSpPr>
          <p:spPr>
            <a:xfrm>
              <a:off x="750947" y="4975891"/>
              <a:ext cx="13756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b="1" dirty="0"/>
                <a:t>Main MCU</a:t>
              </a:r>
              <a:endParaRPr kumimoji="1" lang="ja-JP" altLang="en-US" b="1" dirty="0"/>
            </a:p>
          </p:txBody>
        </p: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90ABE3FD-59AE-D27F-9E83-83F3C630D8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43533" y="2143628"/>
              <a:ext cx="0" cy="56979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78EAC2AE-B432-52C2-D06B-2D2A0A58D206}"/>
                </a:ext>
              </a:extLst>
            </p:cNvPr>
            <p:cNvCxnSpPr>
              <a:cxnSpLocks/>
            </p:cNvCxnSpPr>
            <p:nvPr/>
          </p:nvCxnSpPr>
          <p:spPr>
            <a:xfrm>
              <a:off x="8820821" y="2171724"/>
              <a:ext cx="1760819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30" name="Picture 6" descr="ノートパソコンのイラスト | 商用OKの無料イラスト素材サイト ツカッテ">
              <a:extLst>
                <a:ext uri="{FF2B5EF4-FFF2-40B4-BE49-F238E27FC236}">
                  <a16:creationId xmlns:a16="http://schemas.microsoft.com/office/drawing/2014/main" id="{2789319B-1E4B-0CFA-2710-F916D70E19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30673" y="1697160"/>
              <a:ext cx="1579217" cy="1579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ABD0E5B4-7A55-2A8C-5E7A-0B1711981F5F}"/>
                </a:ext>
              </a:extLst>
            </p:cNvPr>
            <p:cNvSpPr txBox="1"/>
            <p:nvPr/>
          </p:nvSpPr>
          <p:spPr>
            <a:xfrm>
              <a:off x="10765243" y="3117215"/>
              <a:ext cx="5100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b="1" dirty="0"/>
                <a:t>PC</a:t>
              </a:r>
              <a:endParaRPr kumimoji="1" lang="ja-JP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02099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4D9388072D1C4E4087DED3FC8F8872B9" ma:contentTypeVersion="19" ma:contentTypeDescription="新しいドキュメントを作成します。" ma:contentTypeScope="" ma:versionID="a6accc7cf5f936719b3967460377aecc">
  <xsd:schema xmlns:xsd="http://www.w3.org/2001/XMLSchema" xmlns:xs="http://www.w3.org/2001/XMLSchema" xmlns:p="http://schemas.microsoft.com/office/2006/metadata/properties" xmlns:ns3="836d6682-93bb-4bdf-9c02-63f8a5e99dda" xmlns:ns4="9c0ecb95-d213-4f48-9c81-e0377d3b8296" targetNamespace="http://schemas.microsoft.com/office/2006/metadata/properties" ma:root="true" ma:fieldsID="858e15b468bda1746b4a78df8490a510" ns3:_="" ns4:_="">
    <xsd:import namespace="836d6682-93bb-4bdf-9c02-63f8a5e99dda"/>
    <xsd:import namespace="9c0ecb95-d213-4f48-9c81-e0377d3b829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6d6682-93bb-4bdf-9c02-63f8a5e99dd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0ecb95-d213-4f48-9c81-e0377d3b82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c0ecb95-d213-4f48-9c81-e0377d3b8296" xsi:nil="true"/>
  </documentManagement>
</p:properties>
</file>

<file path=customXml/itemProps1.xml><?xml version="1.0" encoding="utf-8"?>
<ds:datastoreItem xmlns:ds="http://schemas.openxmlformats.org/officeDocument/2006/customXml" ds:itemID="{C12275CF-A626-46A5-B669-C772698326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6d6682-93bb-4bdf-9c02-63f8a5e99dda"/>
    <ds:schemaRef ds:uri="9c0ecb95-d213-4f48-9c81-e0377d3b82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E76D20-7C53-4831-906A-EE4D8E56DE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85EAB4-55EC-419D-A3DD-FAC54816A8DB}">
  <ds:schemaRefs>
    <ds:schemaRef ds:uri="http://schemas.microsoft.com/office/2006/documentManagement/types"/>
    <ds:schemaRef ds:uri="http://www.w3.org/XML/1998/namespace"/>
    <ds:schemaRef ds:uri="9c0ecb95-d213-4f48-9c81-e0377d3b8296"/>
    <ds:schemaRef ds:uri="http://schemas.microsoft.com/office/2006/metadata/properti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836d6682-93bb-4bdf-9c02-63f8a5e99dd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</Words>
  <Application>Microsoft Office PowerPoint</Application>
  <PresentationFormat>ワイド画面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SASATAKE Yuta</dc:creator>
  <cp:lastModifiedBy>笹竹 佑太</cp:lastModifiedBy>
  <cp:revision>2</cp:revision>
  <dcterms:created xsi:type="dcterms:W3CDTF">2025-08-30T17:20:34Z</dcterms:created>
  <dcterms:modified xsi:type="dcterms:W3CDTF">2025-08-30T17:34:52Z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0x0101004D9388072D1C4E4087DED3FC8F8872B9</vt:lpwstr>
  </property>
</Properties>
</file>